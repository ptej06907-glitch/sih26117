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72D41"/>
                </a:solidFill>
              </a:defRPr>
            </a:pPr>
            <a:r>
              <a:t>Inspection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72D41"/>
                </a:solidFill>
              </a:defRPr>
            </a:pPr>
            <a:r>
              <a:t>Source-grounded draft briefing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Review the original documents before taking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2D41"/>
                </a:solidFill>
              </a:defRPr>
            </a:pPr>
            <a:r>
              <a:t>DRAFT FOR HUMAN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72D41"/>
                </a:solidFill>
              </a:defRPr>
            </a:pPr>
            <a:r>
              <a:t>Draft note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72D41"/>
                </a:solidFill>
              </a:defRPr>
            </a:pPr>
            <a:r>
              <a:t>Please review the following source observations before deciding any action.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[S1] FICTIONAL SOP DEMO-01 revision 1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Damaged equipment identification labels require review by the maintenance supervisor. Costs must be supplied separately before financial approval. This is demonstration material, not an MRPL procedure.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[S2] FICTIONAL DEMONSTRATION REPORT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Inspection reference: DEMO-002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Equipment: P-101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Finding: identification label damaged,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Recommendation: replace the damaged label after review.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Cost: not provided.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No operational safety conclusion is supplied.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Costs and authorization details require reviewer confirmation.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2D41"/>
                </a:solidFill>
              </a:defRPr>
            </a:pPr>
            <a:r>
              <a:t>DRAFT FOR HUMAN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72D41"/>
                </a:solidFill>
              </a:defRPr>
            </a:pPr>
            <a:r>
              <a:t>Evidence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72D41"/>
                </a:solidFill>
              </a:defRPr>
            </a:pPr>
            <a:r>
              <a:t>demo-sop.txt · Page 1</a:t>
            </a:r>
          </a:p>
          <a:p>
            <a:pPr>
              <a:defRPr sz="2000">
                <a:solidFill>
                  <a:srgbClr val="172D41"/>
                </a:solidFill>
              </a:defRPr>
            </a:pP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FICTIONAL SOP DEMO-01 revision 1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Damaged equipment identification labels require review by the maintenance supervisor. Costs must be supplied separately before financial approval. This is demonstration material, not an MRPL procedure.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2D41"/>
                </a:solidFill>
              </a:defRPr>
            </a:pPr>
            <a:r>
              <a:t>DRAFT FOR HUMAN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72D41"/>
                </a:solidFill>
              </a:defRPr>
            </a:pPr>
            <a:r>
              <a:t>Evidence 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72D41"/>
                </a:solidFill>
              </a:defRPr>
            </a:pPr>
            <a:r>
              <a:t>inspection-scan.pdf · Page 1</a:t>
            </a:r>
          </a:p>
          <a:p>
            <a:pPr>
              <a:defRPr sz="2000">
                <a:solidFill>
                  <a:srgbClr val="172D41"/>
                </a:solidFill>
              </a:defRPr>
            </a:pP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FICTIONAL DEMONSTRATION REPORT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Inspection reference: DEMO-002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Equipment: P-101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Finding: identification label damaged,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Recommendation: replace the damaged label after review.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Cost: not provided.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No operational safety conclusion is supplied.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2D41"/>
                </a:solidFill>
              </a:defRPr>
            </a:pPr>
            <a:r>
              <a:t>DRAFT FOR HUMAN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72D41"/>
                </a:solidFill>
              </a:defRPr>
            </a:pPr>
            <a:r>
              <a:t>Reviewer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72D41"/>
                </a:solidFill>
              </a:defRPr>
            </a:pPr>
            <a:r>
              <a:t>Confirm the source revision and OCR transcription.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Check each claim against its cited source.</a:t>
            </a:r>
          </a:p>
          <a:p>
            <a:pPr>
              <a:defRPr sz="2000">
                <a:solidFill>
                  <a:srgbClr val="172D41"/>
                </a:solidFill>
              </a:defRPr>
            </a:pPr>
            <a:r>
              <a:t>Supply missing costs, measurements and authorization details.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72D41"/>
                </a:solidFill>
              </a:defRPr>
            </a:pPr>
            <a:r>
              <a:t>DRAFT FOR HUMAN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